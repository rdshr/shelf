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26280" cy="6858000"/>
          </a:xfrm>
          <a:prstGeom prst="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4AF49"/>
                </a:solidFill>
                <a:latin typeface="Aptos"/>
              </a:rPr>
              <a:t>Shelf / Framework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从 Framework 到 Code</a:t>
            </a:r>
            <a:br/>
            <a:r>
              <a:t>再从 Code 反查回上游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3474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E7EAED"/>
                </a:solidFill>
                <a:latin typeface="Aptos"/>
              </a:rPr>
              <a:t>这份 PPT 对应当前 knowledge_base_basic 主链。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E7EAED"/>
                </a:solidFill>
                <a:latin typeface="Aptos"/>
              </a:rPr>
              <a:t>目标不是讲概念，而是让人顺着文件追到一一对应。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E7EAED"/>
                </a:solidFill>
                <a:latin typeface="Aptos"/>
              </a:rPr>
              <a:t>主线是：Framework -&gt; Product Spec -&gt; Implementation Config -&gt; Code -&gt; Evidence。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685800"/>
            <a:ext cx="28803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685800"/>
            <a:ext cx="288036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0056" y="850392"/>
            <a:ext cx="2624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唯一生成入口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0056" y="1143000"/>
            <a:ext cx="2624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project_runtime.knowledge_base.materialize_knowledge_base_project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685800"/>
            <a:ext cx="35204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685800"/>
            <a:ext cx="352044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850392"/>
            <a:ext cx="32644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框架输入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1143000"/>
            <a:ext cx="3264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framework/frontend/L2-M0-前端框架标准模块.md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framework/backend/L2-M0-知识库接口框架标准模块.md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377440"/>
            <a:ext cx="66751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2377440"/>
            <a:ext cx="667512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2542032"/>
            <a:ext cx="64190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这份 PPT 重点解释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2834640"/>
            <a:ext cx="641908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1. framework markdown 如何编成 FrameworkModule 与 FrameworkBase / Rule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2. product / implementation 如何收敛成五层 canonical graph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3. code layer export 如何继续驱动 runtime code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4. governance 派生视图如何把代码对象反查回上游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4892040"/>
            <a:ext cx="66751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5175504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1262D"/>
                </a:solidFill>
                <a:latin typeface="Aptos"/>
              </a:rPr>
              <a:t>阅读方法：先看 canonical 图的 5 层，再去看派生视图和具体函数。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生成依据：canonical_graph.json + governance_manifest.json + generation_manifest.json。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01 / 总链路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先看一条主链：上游真相如何逐层收敛，下游代码如何只消费编译结果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这里最重要的不是文件多，而是每层职责边界不反向污染。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737360" cy="914400"/>
          </a:xfrm>
          <a:prstGeom prst="round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共同结构语言</a:t>
            </a:r>
            <a:br/>
            <a:r>
              <a:t>framework/*.md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599" y="1828800"/>
            <a:ext cx="1737360" cy="914400"/>
          </a:xfrm>
          <a:prstGeom prst="round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4327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产品真相</a:t>
            </a:r>
            <a:br/>
            <a:r>
              <a:t>product_spec.toml + product_spec/*.toml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59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18" y="1828800"/>
            <a:ext cx="1737360" cy="914400"/>
          </a:xfrm>
          <a:prstGeom prst="round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6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实现细化</a:t>
            </a:r>
            <a:br/>
            <a:r>
              <a:t>implementation_config.toml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78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37" y="1828800"/>
            <a:ext cx="1737360" cy="914400"/>
          </a:xfrm>
          <a:prstGeom prst="round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5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code module export</a:t>
            </a:r>
            <a:br/>
            <a:r>
              <a:t>contract / spec / route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0997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56" y="1828800"/>
            <a:ext cx="1737360" cy="914400"/>
          </a:xfrm>
          <a:prstGeom prst="round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4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runtime app / pages /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16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75" y="1828800"/>
            <a:ext cx="1737360" cy="914400"/>
          </a:xfrm>
          <a:prstGeom prst="roundRect">
            <a:avLst/>
          </a:prstGeom>
          <a:solidFill>
            <a:srgbClr val="C57E28"/>
          </a:solidFill>
          <a:ln>
            <a:solidFill>
              <a:srgbClr val="C5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2403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canonical graph</a:t>
            </a:r>
            <a:br/>
            <a:r>
              <a:t>+ derived 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246120"/>
            <a:ext cx="46634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3246120"/>
            <a:ext cx="466344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3410712"/>
            <a:ext cx="44074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这一层层分别做什么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3703320"/>
            <a:ext cx="44074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Framework：定义能力、边界、基、规则、验证。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Product：决定这个项目到底是哪一个具体产品。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Implementation：决定这个产品走哪条实现路径。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Code：把上游三层压成 runtime 可以消费的稳定导出面。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246120"/>
            <a:ext cx="55321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06440" y="3246120"/>
            <a:ext cx="553212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34456" y="3410712"/>
            <a:ext cx="52760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当前可直接核对的证据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4456" y="3703320"/>
            <a:ext cx="527608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canonical layers = 5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resolved_modules = 18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configuration_effects = 16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generated files = 9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所有这些都不是手写说明，而是生成产物的一部分。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关键判断：runtime 不是新真相源，而是 Code layer export 的消费者。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02 / 编译入口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knowledge_base.py 是当前知识库模板的编译器，不是普通工具函数集合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它把 framework、product、implementation 收成分层模块，再继续派生 code export 与 evidence。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7432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74320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64792"/>
            <a:ext cx="24871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57400"/>
            <a:ext cx="24871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_load_product_spec()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_load_implementation_config()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_resolve_framework_module()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_collect_framework_closure()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600200"/>
            <a:ext cx="3657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1600200"/>
            <a:ext cx="3657600" cy="128016"/>
          </a:xfrm>
          <a:prstGeom prst="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22776" y="1764792"/>
            <a:ext cx="3401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核心收敛点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2057400"/>
            <a:ext cx="34015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_compile_project()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framework/product/implementation/code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frontend_contract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workbench_contract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ui_spec / backend_spec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600200"/>
            <a:ext cx="3749039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600200"/>
            <a:ext cx="3749039" cy="128016"/>
          </a:xfrm>
          <a:prstGeom prst="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6136" y="1764792"/>
            <a:ext cx="349300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证据出口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6136" y="2057400"/>
            <a:ext cx="3493007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materialize_knowledge_base_project()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canonical_graph.json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framework_ir.json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generation_manifest.json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governance_manifest.json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governance_tree.json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0" y="2395728"/>
            <a:ext cx="41148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2395728"/>
            <a:ext cx="36576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3794760"/>
            <a:ext cx="100584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794760"/>
            <a:ext cx="1005840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5296" y="3959352"/>
            <a:ext cx="9802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你顺着文件看时，重点盯这几个函数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4251960"/>
            <a:ext cx="98023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load_knowledge_base_project()：把配置读成显式结构块。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_compile_project()：把上游真相压成五层模块。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_build_backend_spec() / _build_ui_spec()：把 code layer export 继续压成运行时规格。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materialize_knowledge_base_project()：把结果固化成 generated/*。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当前主入口：src/project_runtime/knowledge_base.py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03 / 配置即功能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Implementation Config 不是写着好看，它必须进入下游生效位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仓库当前用 canonical graph + generation_manifest.configuration_effects 把这件事固化成可追踪证据。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004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20040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64792"/>
            <a:ext cx="2944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implementation_config 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294436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frontend.renderer = knowledge_chat_client_v1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frontend.style_profile = knowledge_chat_web_v1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frontend.script_profile = knowledge_chat_browser_v1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backend.renderer = knowledge_chat_backend_v1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backend.transport = http_json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backend.retrieval_strategy = retrieval_stub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evidence.product_spec_endpoint = /api/knowledge/product-spec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artifacts.framework_ir_json = framework_ir.json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288036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00200"/>
            <a:ext cx="288036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764792"/>
            <a:ext cx="2624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下游生效位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057400"/>
            <a:ext cx="262432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ui_spec.implementation.frontend_renderer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ui_spec.implementation.style_profile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ui_spec.implementation.script_profile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backend_spec.implementation.backend_renderer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backend_spec.transport.mode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backend_spec.retrieval.strategy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backend_spec.transport.product_spec_endpoint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generated_artifacts.framework_ir_json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60020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600200"/>
            <a:ext cx="342900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6" y="1764792"/>
            <a:ext cx="31729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检查方式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6" y="2057400"/>
            <a:ext cx="317296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build_implementation_effect_manifest(project)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generation_manifest.configuration_effects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canonical_graph.layers.code.export.implementation_effects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validate_strict_mapping.py 逐条比较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只在 bundle 里重复保存 config 本身，不算生效。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3611880"/>
            <a:ext cx="59436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3611880"/>
            <a:ext cx="50292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关键例子：implementation_config -&gt; code layer export -&gt; runtime route。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04 / 运行时落点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runtime code 不是再推导一次产品真相，而是只消费 contract / spec /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所以你要看代码落点时，不是从 HTML 模板往回猜，而是先看它吃哪份编译结果。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83464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283464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856232"/>
            <a:ext cx="25786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148840"/>
            <a:ext cx="2578608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build_knowledge_base_runtime_app()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消费 route + backend_spec.transport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挂 chat_home / list / detail / product-spec 路由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高风险对象：kb.runtime.page_routes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691640"/>
            <a:ext cx="356616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1691640"/>
            <a:ext cx="356616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22776" y="1856232"/>
            <a:ext cx="3310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frontend.py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2148840"/>
            <a:ext cx="3310128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消费 ui_spec + frontend_contract + workbench_contract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输出聊天页、知识库列表页、详情页、文档页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页面结构并不自己定义 product truth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91640"/>
            <a:ext cx="365760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691640"/>
            <a:ext cx="3657600" cy="128016"/>
          </a:xfrm>
          <a:prstGeom prst="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63256" y="1856232"/>
            <a:ext cx="3401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backend.py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3256" y="2148840"/>
            <a:ext cx="3401568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消费 backend_spec + documents + return policy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暴露 library contracts / chat contracts / answer behavior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高风险对象：kb.api.library_contracts / kb.api.chat_contract / kb.answer.behavior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20440" y="3291840"/>
            <a:ext cx="27432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60920" y="3291840"/>
            <a:ext cx="27432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5257800"/>
            <a:ext cx="99669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5257800"/>
            <a:ext cx="9966960" cy="128016"/>
          </a:xfrm>
          <a:prstGeom prst="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5296" y="5422392"/>
            <a:ext cx="9710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关键判断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5715000"/>
            <a:ext cx="9710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如果某个运行时函数绑定了 governed_symbol，就可以再顺着 governance manifest 把它拉回 framework / product / implementation。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直接打开：src/knowledge_base_runtime/app.py, frontend.py, backend.py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05 / 反查链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代码不是靠人工记忆对应上游，而是靠 governed_symbol + governance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这条链决定了代码改动后，仓库可以反过来检查上游有没有对应项。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2461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24612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56232"/>
            <a:ext cx="29900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代码打点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48840"/>
            <a:ext cx="2990088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# @governed_symbol ...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frontend_kernel/contracts.py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knowledge_base_framework/workbench.py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knowledge_base_runtime/app.py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knowledge_base_runtime/backend.py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27432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2743200" cy="128016"/>
          </a:xfrm>
          <a:prstGeom prst="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856232"/>
            <a:ext cx="24871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治理闭包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48840"/>
            <a:ext cx="2487168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build_governance_closure(project)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structural_objects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candidates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role_bindings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strict_zone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upstream_closure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691640"/>
            <a:ext cx="379476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1691640"/>
            <a:ext cx="379476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34656" y="1856232"/>
            <a:ext cx="3538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治理证据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148840"/>
            <a:ext cx="3538728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kb.frontend.surface_contract: framework=3 / product=7 / impl=0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kb.answer.behavior: framework=4 / product=3 / impl=1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这些来源会继续进入 governance_manifest.json / governance_tree.json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3383280"/>
            <a:ext cx="365761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86600" y="3383280"/>
            <a:ext cx="32004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关键文件：src/project_runtime/governance.py 与 canonical_graph / governance_manifest。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06 / 例子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拿 /api/knowledge/product-spec 这条路由，看一条完整的一一对应链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这是最适合入门的例子，因为它同时穿过 route、implementation effect、backend_spec 和 runtime route。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1664208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1 / product_spec/route.toml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定义 route.api_prefix = /api/knowledge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87167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7" y="2011680"/>
            <a:ext cx="1664208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3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2 / implementation_config.toml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3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定义 evidence.product_spec_endpoint = /api/knowledge/product-spec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51375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9974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4" y="2011680"/>
            <a:ext cx="1664208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0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3 / knowledge_base.py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0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_validate_implementation_config() 保证 endpoint stay under api_prefix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44182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1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1" y="2011680"/>
            <a:ext cx="1664208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7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4 / knowledge_base.py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7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_build_backend_spec() 写入 backend_spec.transport.product_spec_endpoint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36989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65588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65588" y="2011680"/>
            <a:ext cx="1664208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4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5 / app.py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4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@app.get(transport.product_spec_endpoint) 真正挂路由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29796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58395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395" y="2011680"/>
            <a:ext cx="1664208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86411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6 / canonical_graph + generation_manifest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6411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code/evidence 层都记录这条 effect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937760"/>
            <a:ext cx="100584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97280" y="4937760"/>
            <a:ext cx="10058400" cy="128016"/>
          </a:xfrm>
          <a:prstGeom prst="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25296" y="5102352"/>
            <a:ext cx="9802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一句话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5296" y="5394960"/>
            <a:ext cx="9802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这里不是“代码自己决定路由”，而是“上游两层配置先决定，再由编译器校验并写进 runtime 可消费结构”。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这个例子最适合顺着读：route.toml -&gt; implementation_config.toml -&gt; knowledge_base.py -&gt; app.py -&gt; canonical_graph.json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07 / 例子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拿 kb.answer.behavior 看“从代码反查回三层上游”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这是当前最能体现治理链价值的例子，因为它不是简单路由，而是回答行为本身。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65176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65176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2395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代码落点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94560"/>
            <a:ext cx="239572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src/knowledge_base_runtime/backend.py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@governed_symbol id=kb.answer.behavior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answer generation / citations / return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25146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737360"/>
            <a:ext cx="251460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6" y="1901952"/>
            <a:ext cx="2258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framework 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2194560"/>
            <a:ext cx="225856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framework/knowledge_base/L2-M0-知识库工作台场景模块.md#R1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framework/knowledge_base/L2-M0-知识库工作台场景模块.md#R2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framework/knowledge_base/L2-M0-知识库工作台场景模块.md#R3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framework/knowledge_base/L2-M0-知识库工作台场景模块.md#R4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224028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224028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901952"/>
            <a:ext cx="1984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product 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194560"/>
            <a:ext cx="198424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chat &lt;- chat.toml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context &lt;- context.toml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return &lt;- return.toml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737360"/>
            <a:ext cx="242316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737360"/>
            <a:ext cx="2423160" cy="128016"/>
          </a:xfrm>
          <a:prstGeom prst="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901952"/>
            <a:ext cx="2167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semantic 期望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194560"/>
            <a:ext cx="216712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citation_style = inline_refs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citation_required = True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return_path_prefix = /knowledge-base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document_path_prefix = /knowledge-bases/details/documents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3383280"/>
            <a:ext cx="27432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72200" y="3383280"/>
            <a:ext cx="22860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41080" y="3383280"/>
            <a:ext cx="22860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这就是“代码对象 -&gt; governance object -&gt; framework/product/implementation sources” 的真实反查路径。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08 / 怎么看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如果你要自己顺着搞清楚，一般按这 3 条路径看就够了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不要先盯一大坨 JSON；先确定你是在做“上游追下游”，还是“下游反查上游”。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10512"/>
            <a:ext cx="3127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路径一：从上往下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03120"/>
            <a:ext cx="312724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product_spec / implementation_config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knowledge_base.py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canonical_graph.json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frontend.py / backend.py / app.py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适合回答：这个配置最后变成了什么代码？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10512"/>
            <a:ext cx="3127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路径二：从下往上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103120"/>
            <a:ext cx="312724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@governed_symbol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governance_manifest.json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sources.framework / product / implementation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适合回答：这个函数/行为到底来自哪里？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38328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810512"/>
            <a:ext cx="3127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路径三：查配置生效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103120"/>
            <a:ext cx="312724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implementation_config field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canonical_graph.layers.code.export.implementation_effects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generation_manifest.configuration_effects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targets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runtime 消费点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适合回答：这是不是死配置？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推荐先配合 docs/框架到代码映射与反查覆盖说明.md 一起看。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